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44" r:id="rId3"/>
    <p:sldId id="972" r:id="rId5"/>
    <p:sldId id="4893" r:id="rId6"/>
    <p:sldId id="446" r:id="rId7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  <a:srgbClr val="0736BB"/>
    <a:srgbClr val="DD9521"/>
    <a:srgbClr val="EAF0F0"/>
    <a:srgbClr val="2683C6"/>
    <a:srgbClr val="1A8EE7"/>
    <a:srgbClr val="FFFFFF"/>
    <a:srgbClr val="0C0C0E"/>
    <a:srgbClr val="EFEEEC"/>
    <a:srgbClr val="EFE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4" autoAdjust="0"/>
    <p:restoredTop sz="89725" autoAdjust="0"/>
  </p:normalViewPr>
  <p:slideViewPr>
    <p:cSldViewPr snapToGrid="0">
      <p:cViewPr varScale="1">
        <p:scale>
          <a:sx n="159" d="100"/>
          <a:sy n="159" d="100"/>
        </p:scale>
        <p:origin x="33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3C641-3BD1-4F0D-B74B-BE7CEB75A9E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271B7-9F99-4DD6-B6C8-4A0B2D73EC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3048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6096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9144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12192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15240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8288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21336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2438400" algn="l" defTabSz="609600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8271B7-9F99-4DD6-B6C8-4A0B2D73EC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8271B7-9F99-4DD6-B6C8-4A0B2D73EC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8271B7-9F99-4DD6-B6C8-4A0B2D73EC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8271B7-9F99-4DD6-B6C8-4A0B2D73EC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572041" y="814137"/>
            <a:ext cx="0" cy="52297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251272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2839104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52926" y="3257730"/>
            <a:ext cx="2975922" cy="17711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37230" y="2833913"/>
            <a:ext cx="511754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37230" y="3160295"/>
            <a:ext cx="511754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537230" y="3578921"/>
            <a:ext cx="5117542" cy="17711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1"/>
                </a:solidFill>
              </a:rPr>
            </a:fld>
            <a:endParaRPr lang="en-GB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/>
      <p:bldP spid="8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553176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287955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298185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88425" y="1780340"/>
            <a:ext cx="3167592" cy="3168650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/>
          <a:p>
            <a:endParaRPr lang="en-GB" dirty="0"/>
          </a:p>
        </p:txBody>
      </p:sp>
      <p:grpSp>
        <p:nvGrpSpPr>
          <p:cNvPr id="23" name="Group 4"/>
          <p:cNvGrpSpPr>
            <a:grpSpLocks noChangeAspect="1"/>
          </p:cNvGrpSpPr>
          <p:nvPr userDrawn="1"/>
        </p:nvGrpSpPr>
        <p:grpSpPr bwMode="auto">
          <a:xfrm>
            <a:off x="5980985" y="1669377"/>
            <a:ext cx="3391149" cy="3391148"/>
            <a:chOff x="5587" y="1513"/>
            <a:chExt cx="3333" cy="3333"/>
          </a:xfrm>
          <a:noFill/>
        </p:grpSpPr>
        <p:sp>
          <p:nvSpPr>
            <p:cNvPr id="26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27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28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29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30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31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32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33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</p:grpSp>
      <p:sp>
        <p:nvSpPr>
          <p:cNvPr id="5" name="Diamond 4"/>
          <p:cNvSpPr/>
          <p:nvPr userDrawn="1"/>
        </p:nvSpPr>
        <p:spPr>
          <a:xfrm>
            <a:off x="6067467" y="1755860"/>
            <a:ext cx="3215131" cy="3215131"/>
          </a:xfrm>
          <a:prstGeom prst="diamond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/>
      <p:bldP spid="11" grpId="0" animBg="1"/>
      <p:bldP spid="5" grpId="0" animBg="1"/>
      <p:bldP spid="5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553176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287955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298185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257145" y="1949116"/>
            <a:ext cx="2830152" cy="2831097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/>
          <a:p>
            <a:endParaRPr lang="en-GB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6149535" y="1836821"/>
            <a:ext cx="3049940" cy="3051008"/>
            <a:chOff x="5825" y="1750"/>
            <a:chExt cx="2853" cy="2854"/>
          </a:xfrm>
        </p:grpSpPr>
        <p:sp>
          <p:nvSpPr>
            <p:cNvPr id="10" name="Freeform 5"/>
            <p:cNvSpPr/>
            <p:nvPr userDrawn="1"/>
          </p:nvSpPr>
          <p:spPr bwMode="auto">
            <a:xfrm>
              <a:off x="5875" y="3332"/>
              <a:ext cx="1234" cy="1222"/>
            </a:xfrm>
            <a:custGeom>
              <a:avLst/>
              <a:gdLst>
                <a:gd name="T0" fmla="*/ 521 w 521"/>
                <a:gd name="T1" fmla="*/ 516 h 516"/>
                <a:gd name="T2" fmla="*/ 0 w 521"/>
                <a:gd name="T3" fmla="*/ 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1" h="516">
                  <a:moveTo>
                    <a:pt x="521" y="516"/>
                  </a:moveTo>
                  <a:cubicBezTo>
                    <a:pt x="248" y="488"/>
                    <a:pt x="31" y="273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2" name="Freeform 6"/>
            <p:cNvSpPr/>
            <p:nvPr userDrawn="1"/>
          </p:nvSpPr>
          <p:spPr bwMode="auto">
            <a:xfrm>
              <a:off x="7383" y="3313"/>
              <a:ext cx="1246" cy="1241"/>
            </a:xfrm>
            <a:custGeom>
              <a:avLst/>
              <a:gdLst>
                <a:gd name="T0" fmla="*/ 526 w 526"/>
                <a:gd name="T1" fmla="*/ 0 h 524"/>
                <a:gd name="T2" fmla="*/ 0 w 526"/>
                <a:gd name="T3" fmla="*/ 524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6" h="524">
                  <a:moveTo>
                    <a:pt x="526" y="0"/>
                  </a:moveTo>
                  <a:cubicBezTo>
                    <a:pt x="499" y="277"/>
                    <a:pt x="278" y="498"/>
                    <a:pt x="0" y="524"/>
                  </a:cubicBezTo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3" name="Freeform 7"/>
            <p:cNvSpPr/>
            <p:nvPr userDrawn="1"/>
          </p:nvSpPr>
          <p:spPr bwMode="auto">
            <a:xfrm>
              <a:off x="7390" y="1800"/>
              <a:ext cx="1239" cy="1246"/>
            </a:xfrm>
            <a:custGeom>
              <a:avLst/>
              <a:gdLst>
                <a:gd name="T0" fmla="*/ 0 w 523"/>
                <a:gd name="T1" fmla="*/ 0 h 526"/>
                <a:gd name="T2" fmla="*/ 523 w 523"/>
                <a:gd name="T3" fmla="*/ 526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3" h="526">
                  <a:moveTo>
                    <a:pt x="0" y="0"/>
                  </a:moveTo>
                  <a:cubicBezTo>
                    <a:pt x="277" y="28"/>
                    <a:pt x="496" y="249"/>
                    <a:pt x="523" y="526"/>
                  </a:cubicBezTo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4" name="Freeform 8"/>
            <p:cNvSpPr/>
            <p:nvPr userDrawn="1"/>
          </p:nvSpPr>
          <p:spPr bwMode="auto">
            <a:xfrm>
              <a:off x="5875" y="1798"/>
              <a:ext cx="1262" cy="1238"/>
            </a:xfrm>
            <a:custGeom>
              <a:avLst/>
              <a:gdLst>
                <a:gd name="T0" fmla="*/ 0 w 533"/>
                <a:gd name="T1" fmla="*/ 523 h 523"/>
                <a:gd name="T2" fmla="*/ 533 w 533"/>
                <a:gd name="T3" fmla="*/ 0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33" h="523">
                  <a:moveTo>
                    <a:pt x="0" y="523"/>
                  </a:moveTo>
                  <a:cubicBezTo>
                    <a:pt x="28" y="244"/>
                    <a:pt x="253" y="23"/>
                    <a:pt x="533" y="0"/>
                  </a:cubicBezTo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5" name="Freeform 9"/>
            <p:cNvSpPr/>
            <p:nvPr userDrawn="1"/>
          </p:nvSpPr>
          <p:spPr bwMode="auto">
            <a:xfrm>
              <a:off x="7208" y="1750"/>
              <a:ext cx="85" cy="88"/>
            </a:xfrm>
            <a:custGeom>
              <a:avLst/>
              <a:gdLst>
                <a:gd name="T0" fmla="*/ 43 w 85"/>
                <a:gd name="T1" fmla="*/ 88 h 88"/>
                <a:gd name="T2" fmla="*/ 0 w 85"/>
                <a:gd name="T3" fmla="*/ 43 h 88"/>
                <a:gd name="T4" fmla="*/ 43 w 85"/>
                <a:gd name="T5" fmla="*/ 0 h 88"/>
                <a:gd name="T6" fmla="*/ 85 w 85"/>
                <a:gd name="T7" fmla="*/ 43 h 88"/>
                <a:gd name="T8" fmla="*/ 43 w 85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8">
                  <a:moveTo>
                    <a:pt x="43" y="88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5" y="43"/>
                  </a:lnTo>
                  <a:lnTo>
                    <a:pt x="43" y="88"/>
                  </a:lnTo>
                  <a:close/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6" name="Freeform 10"/>
            <p:cNvSpPr/>
            <p:nvPr userDrawn="1"/>
          </p:nvSpPr>
          <p:spPr bwMode="auto">
            <a:xfrm>
              <a:off x="7208" y="4518"/>
              <a:ext cx="85" cy="86"/>
            </a:xfrm>
            <a:custGeom>
              <a:avLst/>
              <a:gdLst>
                <a:gd name="T0" fmla="*/ 43 w 85"/>
                <a:gd name="T1" fmla="*/ 86 h 86"/>
                <a:gd name="T2" fmla="*/ 0 w 85"/>
                <a:gd name="T3" fmla="*/ 43 h 86"/>
                <a:gd name="T4" fmla="*/ 43 w 85"/>
                <a:gd name="T5" fmla="*/ 0 h 86"/>
                <a:gd name="T6" fmla="*/ 85 w 85"/>
                <a:gd name="T7" fmla="*/ 43 h 86"/>
                <a:gd name="T8" fmla="*/ 43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5" y="43"/>
                  </a:lnTo>
                  <a:lnTo>
                    <a:pt x="43" y="86"/>
                  </a:lnTo>
                  <a:close/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7" name="Freeform 11"/>
            <p:cNvSpPr/>
            <p:nvPr userDrawn="1"/>
          </p:nvSpPr>
          <p:spPr bwMode="auto">
            <a:xfrm>
              <a:off x="8591" y="3136"/>
              <a:ext cx="87" cy="85"/>
            </a:xfrm>
            <a:custGeom>
              <a:avLst/>
              <a:gdLst>
                <a:gd name="T0" fmla="*/ 0 w 87"/>
                <a:gd name="T1" fmla="*/ 42 h 85"/>
                <a:gd name="T2" fmla="*/ 42 w 87"/>
                <a:gd name="T3" fmla="*/ 0 h 85"/>
                <a:gd name="T4" fmla="*/ 87 w 87"/>
                <a:gd name="T5" fmla="*/ 42 h 85"/>
                <a:gd name="T6" fmla="*/ 42 w 87"/>
                <a:gd name="T7" fmla="*/ 85 h 85"/>
                <a:gd name="T8" fmla="*/ 0 w 87"/>
                <a:gd name="T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" h="85">
                  <a:moveTo>
                    <a:pt x="0" y="42"/>
                  </a:moveTo>
                  <a:lnTo>
                    <a:pt x="42" y="0"/>
                  </a:lnTo>
                  <a:lnTo>
                    <a:pt x="87" y="42"/>
                  </a:lnTo>
                  <a:lnTo>
                    <a:pt x="42" y="85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5825" y="3136"/>
              <a:ext cx="86" cy="85"/>
            </a:xfrm>
            <a:custGeom>
              <a:avLst/>
              <a:gdLst>
                <a:gd name="T0" fmla="*/ 0 w 86"/>
                <a:gd name="T1" fmla="*/ 42 h 85"/>
                <a:gd name="T2" fmla="*/ 43 w 86"/>
                <a:gd name="T3" fmla="*/ 0 h 85"/>
                <a:gd name="T4" fmla="*/ 86 w 86"/>
                <a:gd name="T5" fmla="*/ 42 h 85"/>
                <a:gd name="T6" fmla="*/ 43 w 86"/>
                <a:gd name="T7" fmla="*/ 85 h 85"/>
                <a:gd name="T8" fmla="*/ 0 w 86"/>
                <a:gd name="T9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" h="85">
                  <a:moveTo>
                    <a:pt x="0" y="42"/>
                  </a:moveTo>
                  <a:lnTo>
                    <a:pt x="43" y="0"/>
                  </a:lnTo>
                  <a:lnTo>
                    <a:pt x="86" y="42"/>
                  </a:lnTo>
                  <a:lnTo>
                    <a:pt x="43" y="85"/>
                  </a:lnTo>
                  <a:lnTo>
                    <a:pt x="0" y="42"/>
                  </a:lnTo>
                  <a:close/>
                </a:path>
              </a:pathLst>
            </a:custGeom>
            <a:noFill/>
            <a:ln w="38100" cap="flat">
              <a:solidFill>
                <a:schemeClr val="tx2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GB" sz="1200" dirty="0"/>
            </a:p>
          </p:txBody>
        </p:sp>
      </p:grpSp>
      <p:sp>
        <p:nvSpPr>
          <p:cNvPr id="3" name="Oval 2"/>
          <p:cNvSpPr/>
          <p:nvPr userDrawn="1"/>
        </p:nvSpPr>
        <p:spPr>
          <a:xfrm>
            <a:off x="6197915" y="1888135"/>
            <a:ext cx="2946243" cy="2946243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3" grpId="0" animBg="1"/>
      <p:bldP spid="3" grpId="1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3186839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3513221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924772" y="2194710"/>
            <a:ext cx="4927712" cy="25537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216816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249454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52926" y="2913174"/>
            <a:ext cx="2975922" cy="17711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3571876" y="0"/>
            <a:ext cx="8620125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309311"/>
            <a:ext cx="4709027" cy="4209173"/>
          </a:xfrm>
          <a:prstGeom prst="rect">
            <a:avLst/>
          </a:prstGeom>
          <a:solidFill>
            <a:srgbClr val="2D292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906268" y="216816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135">
                <a:solidFill>
                  <a:schemeClr val="bg2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906267" y="249454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521255" y="2857024"/>
            <a:ext cx="3745947" cy="17711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065">
                <a:solidFill>
                  <a:schemeClr val="bg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4709027" y="1309311"/>
            <a:ext cx="7482973" cy="42091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961650" y="2815391"/>
            <a:ext cx="785729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2161728" y="1964212"/>
            <a:ext cx="2799125" cy="2566458"/>
          </a:xfrm>
          <a:prstGeom prst="parallelogram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4449010" y="1964212"/>
            <a:ext cx="2799125" cy="2566458"/>
          </a:xfrm>
          <a:prstGeom prst="parallelogram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6737928" y="1964212"/>
            <a:ext cx="2799125" cy="2566458"/>
          </a:xfrm>
          <a:prstGeom prst="parallelogram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92180" y="4947584"/>
            <a:ext cx="9007642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cxnSp>
        <p:nvCxnSpPr>
          <p:cNvPr id="25" name="Straight Connector 24"/>
          <p:cNvCxnSpPr/>
          <p:nvPr userDrawn="1"/>
        </p:nvCxnSpPr>
        <p:spPr>
          <a:xfrm flipH="1">
            <a:off x="4411581" y="2012340"/>
            <a:ext cx="605421" cy="245538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flipH="1">
            <a:off x="6688165" y="2019746"/>
            <a:ext cx="605421" cy="245538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flipH="1">
            <a:off x="2102912" y="2019746"/>
            <a:ext cx="605421" cy="245538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H="1">
            <a:off x="8981396" y="2019746"/>
            <a:ext cx="605421" cy="245538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ONE COLUMN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310050" y="1790609"/>
            <a:ext cx="9571901" cy="38241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TWO COLUMNS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310050" y="1790609"/>
            <a:ext cx="9571901" cy="3824128"/>
          </a:xfrm>
          <a:prstGeom prst="rect">
            <a:avLst/>
          </a:prstGeom>
        </p:spPr>
        <p:txBody>
          <a:bodyPr numCol="2" spcCol="432000">
            <a:noAutofit/>
          </a:bodyPr>
          <a:lstStyle>
            <a:lvl1pPr marL="0" indent="0" algn="just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THREE COLUMNS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310050" y="1790609"/>
            <a:ext cx="9571901" cy="3824128"/>
          </a:xfrm>
          <a:prstGeom prst="rect">
            <a:avLst/>
          </a:prstGeom>
        </p:spPr>
        <p:txBody>
          <a:bodyPr numCol="3" spcCol="360000">
            <a:noAutofit/>
          </a:bodyPr>
          <a:lstStyle>
            <a:lvl1pPr marL="0" indent="0" algn="just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572041" y="814137"/>
            <a:ext cx="0" cy="52297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300235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3328737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493795"/>
            <a:ext cx="5968332" cy="221995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50586" y="1574608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550585" y="1900990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780560" y="2263467"/>
            <a:ext cx="3745947" cy="1281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4672765" y="2221833"/>
            <a:ext cx="785729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5968332" y="3713748"/>
            <a:ext cx="6223668" cy="221995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369270" y="379456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369269" y="4120944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369269" y="4483421"/>
            <a:ext cx="3745947" cy="1281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438063" y="4441787"/>
            <a:ext cx="785729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2550586" y="3857177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2550585" y="4183559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780560" y="4546036"/>
            <a:ext cx="3745947" cy="1281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4672765" y="4504402"/>
            <a:ext cx="785729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/>
          <p:cNvSpPr>
            <a:spLocks noGrp="1"/>
          </p:cNvSpPr>
          <p:nvPr>
            <p:ph type="body" sz="quarter" idx="22" hasCustomPrompt="1"/>
          </p:nvPr>
        </p:nvSpPr>
        <p:spPr>
          <a:xfrm>
            <a:off x="6333008" y="1574608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6333007" y="1900990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6333007" y="2263467"/>
            <a:ext cx="3745947" cy="1281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6401801" y="2221833"/>
            <a:ext cx="785729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37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/>
      <p:bldP spid="2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71859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304497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375333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TEAM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1431243" y="2339045"/>
            <a:ext cx="2760439" cy="276136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7" name="Group 4"/>
          <p:cNvGrpSpPr>
            <a:grpSpLocks noChangeAspect="1"/>
          </p:cNvGrpSpPr>
          <p:nvPr userDrawn="1"/>
        </p:nvGrpSpPr>
        <p:grpSpPr bwMode="auto">
          <a:xfrm>
            <a:off x="1338171" y="2242382"/>
            <a:ext cx="2955261" cy="2955260"/>
            <a:chOff x="5587" y="1513"/>
            <a:chExt cx="3333" cy="3333"/>
          </a:xfrm>
          <a:noFill/>
        </p:grpSpPr>
        <p:sp>
          <p:nvSpPr>
            <p:cNvPr id="8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9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1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  <p:sp>
        <p:nvSpPr>
          <p:cNvPr id="19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607580" y="2339045"/>
            <a:ext cx="2760439" cy="276136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20" name="Group 4"/>
          <p:cNvGrpSpPr>
            <a:grpSpLocks noChangeAspect="1"/>
          </p:cNvGrpSpPr>
          <p:nvPr userDrawn="1"/>
        </p:nvGrpSpPr>
        <p:grpSpPr bwMode="auto">
          <a:xfrm>
            <a:off x="4514508" y="2242382"/>
            <a:ext cx="2955261" cy="2955260"/>
            <a:chOff x="5587" y="1513"/>
            <a:chExt cx="3333" cy="3333"/>
          </a:xfrm>
          <a:noFill/>
        </p:grpSpPr>
        <p:sp>
          <p:nvSpPr>
            <p:cNvPr id="2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2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  <p:sp>
        <p:nvSpPr>
          <p:cNvPr id="29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7783917" y="2339045"/>
            <a:ext cx="2760439" cy="276136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30" name="Group 4"/>
          <p:cNvGrpSpPr>
            <a:grpSpLocks noChangeAspect="1"/>
          </p:cNvGrpSpPr>
          <p:nvPr userDrawn="1"/>
        </p:nvGrpSpPr>
        <p:grpSpPr bwMode="auto">
          <a:xfrm>
            <a:off x="7690844" y="2242382"/>
            <a:ext cx="2955261" cy="2955260"/>
            <a:chOff x="5587" y="1513"/>
            <a:chExt cx="3333" cy="3333"/>
          </a:xfrm>
          <a:noFill/>
        </p:grpSpPr>
        <p:sp>
          <p:nvSpPr>
            <p:cNvPr id="3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3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19" grpId="0" animBg="1"/>
      <p:bldP spid="29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TEAM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1010560" y="2581050"/>
            <a:ext cx="2276589" cy="227735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40" name="Group 4"/>
          <p:cNvGrpSpPr>
            <a:grpSpLocks noChangeAspect="1"/>
          </p:cNvGrpSpPr>
          <p:nvPr userDrawn="1"/>
        </p:nvGrpSpPr>
        <p:grpSpPr bwMode="auto">
          <a:xfrm>
            <a:off x="934561" y="2501381"/>
            <a:ext cx="2437264" cy="2437263"/>
            <a:chOff x="5587" y="1513"/>
            <a:chExt cx="3333" cy="3333"/>
          </a:xfrm>
          <a:noFill/>
        </p:grpSpPr>
        <p:sp>
          <p:nvSpPr>
            <p:cNvPr id="4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4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  <p:sp>
        <p:nvSpPr>
          <p:cNvPr id="49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3647974" y="2581050"/>
            <a:ext cx="2276589" cy="227735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50" name="Group 4"/>
          <p:cNvGrpSpPr>
            <a:grpSpLocks noChangeAspect="1"/>
          </p:cNvGrpSpPr>
          <p:nvPr userDrawn="1"/>
        </p:nvGrpSpPr>
        <p:grpSpPr bwMode="auto">
          <a:xfrm>
            <a:off x="3571975" y="2501381"/>
            <a:ext cx="2437264" cy="2437263"/>
            <a:chOff x="5587" y="1513"/>
            <a:chExt cx="3333" cy="3333"/>
          </a:xfrm>
          <a:noFill/>
        </p:grpSpPr>
        <p:sp>
          <p:nvSpPr>
            <p:cNvPr id="5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5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  <p:sp>
        <p:nvSpPr>
          <p:cNvPr id="59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6359955" y="2581050"/>
            <a:ext cx="2276589" cy="227735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60" name="Group 4"/>
          <p:cNvGrpSpPr>
            <a:grpSpLocks noChangeAspect="1"/>
          </p:cNvGrpSpPr>
          <p:nvPr userDrawn="1"/>
        </p:nvGrpSpPr>
        <p:grpSpPr bwMode="auto">
          <a:xfrm>
            <a:off x="6283956" y="2501381"/>
            <a:ext cx="2437264" cy="2437263"/>
            <a:chOff x="5587" y="1513"/>
            <a:chExt cx="3333" cy="3333"/>
          </a:xfrm>
          <a:noFill/>
        </p:grpSpPr>
        <p:sp>
          <p:nvSpPr>
            <p:cNvPr id="6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6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  <p:sp>
        <p:nvSpPr>
          <p:cNvPr id="69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8987260" y="2574273"/>
            <a:ext cx="2276589" cy="2277351"/>
          </a:xfrm>
          <a:prstGeom prst="diamond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grpSp>
        <p:nvGrpSpPr>
          <p:cNvPr id="70" name="Group 4"/>
          <p:cNvGrpSpPr>
            <a:grpSpLocks noChangeAspect="1"/>
          </p:cNvGrpSpPr>
          <p:nvPr userDrawn="1"/>
        </p:nvGrpSpPr>
        <p:grpSpPr bwMode="auto">
          <a:xfrm>
            <a:off x="8911261" y="2494604"/>
            <a:ext cx="2437264" cy="2437263"/>
            <a:chOff x="5587" y="1513"/>
            <a:chExt cx="3333" cy="3333"/>
          </a:xfrm>
          <a:noFill/>
        </p:grpSpPr>
        <p:sp>
          <p:nvSpPr>
            <p:cNvPr id="71" name="Line 6"/>
            <p:cNvSpPr>
              <a:spLocks noChangeShapeType="1"/>
            </p:cNvSpPr>
            <p:nvPr userDrawn="1"/>
          </p:nvSpPr>
          <p:spPr bwMode="auto">
            <a:xfrm>
              <a:off x="7371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2" name="Line 7"/>
            <p:cNvSpPr>
              <a:spLocks noChangeShapeType="1"/>
            </p:cNvSpPr>
            <p:nvPr userDrawn="1"/>
          </p:nvSpPr>
          <p:spPr bwMode="auto">
            <a:xfrm>
              <a:off x="5705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3" name="Line 8"/>
            <p:cNvSpPr>
              <a:spLocks noChangeShapeType="1"/>
            </p:cNvSpPr>
            <p:nvPr userDrawn="1"/>
          </p:nvSpPr>
          <p:spPr bwMode="auto">
            <a:xfrm flipH="1">
              <a:off x="7371" y="3297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4" name="Line 9"/>
            <p:cNvSpPr>
              <a:spLocks noChangeShapeType="1"/>
            </p:cNvSpPr>
            <p:nvPr userDrawn="1"/>
          </p:nvSpPr>
          <p:spPr bwMode="auto">
            <a:xfrm flipH="1">
              <a:off x="5705" y="1631"/>
              <a:ext cx="1430" cy="1430"/>
            </a:xfrm>
            <a:prstGeom prst="line">
              <a:avLst/>
            </a:pr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5" name="Freeform 10"/>
            <p:cNvSpPr/>
            <p:nvPr userDrawn="1"/>
          </p:nvSpPr>
          <p:spPr bwMode="auto">
            <a:xfrm>
              <a:off x="7208" y="1513"/>
              <a:ext cx="88" cy="85"/>
            </a:xfrm>
            <a:custGeom>
              <a:avLst/>
              <a:gdLst>
                <a:gd name="T0" fmla="*/ 45 w 88"/>
                <a:gd name="T1" fmla="*/ 85 h 85"/>
                <a:gd name="T2" fmla="*/ 0 w 88"/>
                <a:gd name="T3" fmla="*/ 42 h 85"/>
                <a:gd name="T4" fmla="*/ 45 w 88"/>
                <a:gd name="T5" fmla="*/ 0 h 85"/>
                <a:gd name="T6" fmla="*/ 88 w 88"/>
                <a:gd name="T7" fmla="*/ 42 h 85"/>
                <a:gd name="T8" fmla="*/ 45 w 88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5">
                  <a:moveTo>
                    <a:pt x="45" y="85"/>
                  </a:moveTo>
                  <a:lnTo>
                    <a:pt x="0" y="42"/>
                  </a:lnTo>
                  <a:lnTo>
                    <a:pt x="45" y="0"/>
                  </a:lnTo>
                  <a:lnTo>
                    <a:pt x="88" y="42"/>
                  </a:lnTo>
                  <a:lnTo>
                    <a:pt x="45" y="85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6" name="Freeform 11"/>
            <p:cNvSpPr/>
            <p:nvPr userDrawn="1"/>
          </p:nvSpPr>
          <p:spPr bwMode="auto">
            <a:xfrm>
              <a:off x="8832" y="3136"/>
              <a:ext cx="88" cy="86"/>
            </a:xfrm>
            <a:custGeom>
              <a:avLst/>
              <a:gdLst>
                <a:gd name="T0" fmla="*/ 43 w 88"/>
                <a:gd name="T1" fmla="*/ 86 h 86"/>
                <a:gd name="T2" fmla="*/ 0 w 88"/>
                <a:gd name="T3" fmla="*/ 43 h 86"/>
                <a:gd name="T4" fmla="*/ 43 w 88"/>
                <a:gd name="T5" fmla="*/ 0 h 86"/>
                <a:gd name="T6" fmla="*/ 88 w 88"/>
                <a:gd name="T7" fmla="*/ 43 h 86"/>
                <a:gd name="T8" fmla="*/ 43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3" y="86"/>
                  </a:moveTo>
                  <a:lnTo>
                    <a:pt x="0" y="43"/>
                  </a:lnTo>
                  <a:lnTo>
                    <a:pt x="43" y="0"/>
                  </a:lnTo>
                  <a:lnTo>
                    <a:pt x="88" y="43"/>
                  </a:lnTo>
                  <a:lnTo>
                    <a:pt x="43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7" name="Freeform 12"/>
            <p:cNvSpPr/>
            <p:nvPr userDrawn="1"/>
          </p:nvSpPr>
          <p:spPr bwMode="auto">
            <a:xfrm>
              <a:off x="5587" y="3136"/>
              <a:ext cx="85" cy="86"/>
            </a:xfrm>
            <a:custGeom>
              <a:avLst/>
              <a:gdLst>
                <a:gd name="T0" fmla="*/ 42 w 85"/>
                <a:gd name="T1" fmla="*/ 86 h 86"/>
                <a:gd name="T2" fmla="*/ 0 w 85"/>
                <a:gd name="T3" fmla="*/ 43 h 86"/>
                <a:gd name="T4" fmla="*/ 42 w 85"/>
                <a:gd name="T5" fmla="*/ 0 h 86"/>
                <a:gd name="T6" fmla="*/ 85 w 85"/>
                <a:gd name="T7" fmla="*/ 43 h 86"/>
                <a:gd name="T8" fmla="*/ 42 w 85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86">
                  <a:moveTo>
                    <a:pt x="42" y="86"/>
                  </a:moveTo>
                  <a:lnTo>
                    <a:pt x="0" y="43"/>
                  </a:lnTo>
                  <a:lnTo>
                    <a:pt x="42" y="0"/>
                  </a:lnTo>
                  <a:lnTo>
                    <a:pt x="85" y="43"/>
                  </a:lnTo>
                  <a:lnTo>
                    <a:pt x="42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  <p:sp>
          <p:nvSpPr>
            <p:cNvPr id="78" name="Freeform 13"/>
            <p:cNvSpPr/>
            <p:nvPr userDrawn="1"/>
          </p:nvSpPr>
          <p:spPr bwMode="auto">
            <a:xfrm>
              <a:off x="7208" y="4760"/>
              <a:ext cx="88" cy="86"/>
            </a:xfrm>
            <a:custGeom>
              <a:avLst/>
              <a:gdLst>
                <a:gd name="T0" fmla="*/ 45 w 88"/>
                <a:gd name="T1" fmla="*/ 86 h 86"/>
                <a:gd name="T2" fmla="*/ 0 w 88"/>
                <a:gd name="T3" fmla="*/ 43 h 86"/>
                <a:gd name="T4" fmla="*/ 45 w 88"/>
                <a:gd name="T5" fmla="*/ 0 h 86"/>
                <a:gd name="T6" fmla="*/ 88 w 88"/>
                <a:gd name="T7" fmla="*/ 43 h 86"/>
                <a:gd name="T8" fmla="*/ 45 w 8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86">
                  <a:moveTo>
                    <a:pt x="45" y="86"/>
                  </a:moveTo>
                  <a:lnTo>
                    <a:pt x="0" y="43"/>
                  </a:lnTo>
                  <a:lnTo>
                    <a:pt x="45" y="0"/>
                  </a:lnTo>
                  <a:lnTo>
                    <a:pt x="88" y="43"/>
                  </a:lnTo>
                  <a:lnTo>
                    <a:pt x="45" y="86"/>
                  </a:lnTo>
                  <a:close/>
                </a:path>
              </a:pathLst>
            </a:custGeom>
            <a:grpFill/>
            <a:ln w="38100" cap="flat">
              <a:solidFill>
                <a:srgbClr val="A3743D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rtl="0"/>
              <a:endParaRPr lang="en-GB" sz="12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49" grpId="0" animBg="1"/>
      <p:bldP spid="59" grpId="0" animBg="1"/>
      <p:bldP spid="69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922666" y="6143432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TEAM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8922665" y="6469814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11973339" y="6080793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5937364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5597332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TEAM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5" y="5923714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1625600" y="0"/>
            <a:ext cx="10566401" cy="6858000"/>
          </a:xfrm>
          <a:custGeom>
            <a:avLst/>
            <a:gdLst>
              <a:gd name="connsiteX0" fmla="*/ 0 w 17452163"/>
              <a:gd name="connsiteY0" fmla="*/ 0 h 10287000"/>
              <a:gd name="connsiteX1" fmla="*/ 17452163 w 17452163"/>
              <a:gd name="connsiteY1" fmla="*/ 0 h 10287000"/>
              <a:gd name="connsiteX2" fmla="*/ 17452163 w 17452163"/>
              <a:gd name="connsiteY2" fmla="*/ 10287000 h 10287000"/>
              <a:gd name="connsiteX3" fmla="*/ 4188417 w 17452163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52163" h="10287000">
                <a:moveTo>
                  <a:pt x="0" y="0"/>
                </a:moveTo>
                <a:lnTo>
                  <a:pt x="17452163" y="0"/>
                </a:lnTo>
                <a:lnTo>
                  <a:pt x="17452163" y="10287000"/>
                </a:lnTo>
                <a:lnTo>
                  <a:pt x="4188417" y="1028700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88117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1207553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403600" y="818531"/>
            <a:ext cx="0" cy="7339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1768724" y="1779960"/>
            <a:ext cx="2269876" cy="22715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768724" y="4051480"/>
            <a:ext cx="2269876" cy="22715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4038600" y="1779960"/>
            <a:ext cx="2269876" cy="22715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4038600" y="4051480"/>
            <a:ext cx="2269876" cy="22715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23" hasCustomPrompt="1"/>
          </p:nvPr>
        </p:nvSpPr>
        <p:spPr>
          <a:xfrm>
            <a:off x="6769081" y="3061155"/>
            <a:ext cx="3663969" cy="381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135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Your Header Here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527800" y="2095956"/>
            <a:ext cx="0" cy="3660249"/>
          </a:xfrm>
          <a:prstGeom prst="line">
            <a:avLst/>
          </a:prstGeom>
          <a:ln w="19050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6769081" y="3591233"/>
            <a:ext cx="3663969" cy="16284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/>
      <p:bldP spid="7" grpId="0" animBg="1"/>
      <p:bldP spid="8" grpId="0" animBg="1"/>
      <p:bldP spid="9" grpId="0" animBg="1"/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70" y="1053053"/>
            <a:ext cx="4632073" cy="5804947"/>
          </a:xfrm>
          <a:prstGeom prst="rect">
            <a:avLst/>
          </a:prstGeom>
        </p:spPr>
      </p:pic>
      <p:sp>
        <p:nvSpPr>
          <p:cNvPr id="7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7076320" y="1744836"/>
            <a:ext cx="2087033" cy="3741564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71859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304497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375333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build="p"/>
      <p:bldP spid="1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291" y="1242188"/>
            <a:ext cx="5181600" cy="561581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681578" y="2168166"/>
            <a:ext cx="0" cy="25802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71859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304497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375333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7105348" y="1809447"/>
            <a:ext cx="2096709" cy="3705982"/>
          </a:xfrm>
          <a:custGeom>
            <a:avLst/>
            <a:gdLst>
              <a:gd name="connsiteX0" fmla="*/ 0 w 3145064"/>
              <a:gd name="connsiteY0" fmla="*/ 0 h 5558973"/>
              <a:gd name="connsiteX1" fmla="*/ 3145064 w 3145064"/>
              <a:gd name="connsiteY1" fmla="*/ 0 h 5558973"/>
              <a:gd name="connsiteX2" fmla="*/ 3145064 w 3145064"/>
              <a:gd name="connsiteY2" fmla="*/ 5558973 h 5558973"/>
              <a:gd name="connsiteX3" fmla="*/ 0 w 3145064"/>
              <a:gd name="connsiteY3" fmla="*/ 5558973 h 5558973"/>
              <a:gd name="connsiteX4" fmla="*/ 0 w 3145064"/>
              <a:gd name="connsiteY4" fmla="*/ 4037717 h 5558973"/>
              <a:gd name="connsiteX5" fmla="*/ 13530 w 3145064"/>
              <a:gd name="connsiteY5" fmla="*/ 3993843 h 5558973"/>
              <a:gd name="connsiteX6" fmla="*/ 25218 w 3145064"/>
              <a:gd name="connsiteY6" fmla="*/ 3877130 h 5558973"/>
              <a:gd name="connsiteX7" fmla="*/ 13530 w 3145064"/>
              <a:gd name="connsiteY7" fmla="*/ 3760417 h 5558973"/>
              <a:gd name="connsiteX8" fmla="*/ 0 w 3145064"/>
              <a:gd name="connsiteY8" fmla="*/ 3716543 h 555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45064" h="5558973">
                <a:moveTo>
                  <a:pt x="0" y="0"/>
                </a:moveTo>
                <a:lnTo>
                  <a:pt x="3145064" y="0"/>
                </a:lnTo>
                <a:lnTo>
                  <a:pt x="3145064" y="5558973"/>
                </a:lnTo>
                <a:lnTo>
                  <a:pt x="0" y="5558973"/>
                </a:lnTo>
                <a:lnTo>
                  <a:pt x="0" y="4037717"/>
                </a:lnTo>
                <a:lnTo>
                  <a:pt x="13530" y="3993843"/>
                </a:lnTo>
                <a:cubicBezTo>
                  <a:pt x="21193" y="3956144"/>
                  <a:pt x="25218" y="3917110"/>
                  <a:pt x="25218" y="3877130"/>
                </a:cubicBezTo>
                <a:cubicBezTo>
                  <a:pt x="25218" y="3837150"/>
                  <a:pt x="21193" y="3798117"/>
                  <a:pt x="13530" y="3760417"/>
                </a:cubicBezTo>
                <a:lnTo>
                  <a:pt x="0" y="3716543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</p:spPr>
        <p:txBody>
          <a:bodyPr wrap="square">
            <a:noAutofit/>
          </a:bodyPr>
          <a:lstStyle>
            <a:lvl1pPr rtl="0"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3572041" y="814137"/>
            <a:ext cx="0" cy="522972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2926" y="2512721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2926" y="2839104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352926" y="3257730"/>
            <a:ext cx="2975922" cy="17711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065" y="1093410"/>
            <a:ext cx="6106057" cy="5181600"/>
          </a:xfrm>
          <a:prstGeom prst="rect">
            <a:avLst/>
          </a:prstGeom>
        </p:spPr>
      </p:pic>
      <p:sp>
        <p:nvSpPr>
          <p:cNvPr id="10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4847772" y="1335314"/>
            <a:ext cx="5612190" cy="3144762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txBody>
          <a:bodyPr/>
          <a:lstStyle>
            <a:lvl1pPr rtl="0"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462463" y="2718595"/>
            <a:ext cx="297592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2462462" y="3044978"/>
            <a:ext cx="297592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73180" y="3375333"/>
            <a:ext cx="3465205" cy="1057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150000"/>
              </a:lnSpc>
              <a:buNone/>
              <a:defRPr sz="1065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text goes here sir.</a:t>
            </a:r>
            <a:endParaRPr lang="en-GB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5983588" y="2182006"/>
            <a:ext cx="3305555" cy="2566458"/>
          </a:xfrm>
          <a:prstGeom prst="parallelogram">
            <a:avLst/>
          </a:prstGeom>
          <a:solidFill>
            <a:schemeClr val="accent1"/>
          </a:solidFill>
        </p:spPr>
        <p:txBody>
          <a:bodyPr/>
          <a:lstStyle/>
          <a:p>
            <a:endParaRPr lang="en-GB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5876392" y="2237540"/>
            <a:ext cx="605421" cy="2455389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18000"/>
                </a:schemeClr>
              </a:gs>
              <a:gs pos="100000">
                <a:schemeClr val="tx1">
                  <a:alpha val="74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4" name="Diamond 3"/>
          <p:cNvSpPr/>
          <p:nvPr userDrawn="1"/>
        </p:nvSpPr>
        <p:spPr>
          <a:xfrm>
            <a:off x="3764365" y="1098722"/>
            <a:ext cx="4659199" cy="4659197"/>
          </a:xfrm>
          <a:prstGeom prst="diamond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200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37230" y="3182256"/>
            <a:ext cx="511754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135">
                <a:solidFill>
                  <a:schemeClr val="bg2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37230" y="3508638"/>
            <a:ext cx="511754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65" b="0" baseline="0">
                <a:solidFill>
                  <a:schemeClr val="tx2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16" name="Line 6"/>
          <p:cNvSpPr>
            <a:spLocks noChangeShapeType="1"/>
          </p:cNvSpPr>
          <p:nvPr userDrawn="1"/>
        </p:nvSpPr>
        <p:spPr bwMode="auto">
          <a:xfrm>
            <a:off x="6255463" y="1327489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17" name="Line 7"/>
          <p:cNvSpPr>
            <a:spLocks noChangeShapeType="1"/>
          </p:cNvSpPr>
          <p:nvPr userDrawn="1"/>
        </p:nvSpPr>
        <p:spPr bwMode="auto">
          <a:xfrm>
            <a:off x="3994489" y="3588463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18" name="Line 8"/>
          <p:cNvSpPr>
            <a:spLocks noChangeShapeType="1"/>
          </p:cNvSpPr>
          <p:nvPr userDrawn="1"/>
        </p:nvSpPr>
        <p:spPr bwMode="auto">
          <a:xfrm flipH="1">
            <a:off x="6255463" y="3588463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19" name="Line 9"/>
          <p:cNvSpPr>
            <a:spLocks noChangeShapeType="1"/>
          </p:cNvSpPr>
          <p:nvPr userDrawn="1"/>
        </p:nvSpPr>
        <p:spPr bwMode="auto">
          <a:xfrm flipH="1">
            <a:off x="3994489" y="1327489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0" name="Freeform 10"/>
          <p:cNvSpPr/>
          <p:nvPr userDrawn="1"/>
        </p:nvSpPr>
        <p:spPr bwMode="auto">
          <a:xfrm>
            <a:off x="6034251" y="1167348"/>
            <a:ext cx="119427" cy="115356"/>
          </a:xfrm>
          <a:custGeom>
            <a:avLst/>
            <a:gdLst>
              <a:gd name="T0" fmla="*/ 45 w 88"/>
              <a:gd name="T1" fmla="*/ 85 h 85"/>
              <a:gd name="T2" fmla="*/ 0 w 88"/>
              <a:gd name="T3" fmla="*/ 42 h 85"/>
              <a:gd name="T4" fmla="*/ 45 w 88"/>
              <a:gd name="T5" fmla="*/ 0 h 85"/>
              <a:gd name="T6" fmla="*/ 88 w 88"/>
              <a:gd name="T7" fmla="*/ 42 h 85"/>
              <a:gd name="T8" fmla="*/ 45 w 88"/>
              <a:gd name="T9" fmla="*/ 8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5">
                <a:moveTo>
                  <a:pt x="45" y="85"/>
                </a:moveTo>
                <a:lnTo>
                  <a:pt x="0" y="42"/>
                </a:lnTo>
                <a:lnTo>
                  <a:pt x="45" y="0"/>
                </a:lnTo>
                <a:lnTo>
                  <a:pt x="88" y="42"/>
                </a:lnTo>
                <a:lnTo>
                  <a:pt x="45" y="85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1" name="Freeform 11"/>
          <p:cNvSpPr/>
          <p:nvPr userDrawn="1"/>
        </p:nvSpPr>
        <p:spPr bwMode="auto">
          <a:xfrm>
            <a:off x="8238226" y="3369965"/>
            <a:ext cx="119427" cy="116713"/>
          </a:xfrm>
          <a:custGeom>
            <a:avLst/>
            <a:gdLst>
              <a:gd name="T0" fmla="*/ 43 w 88"/>
              <a:gd name="T1" fmla="*/ 86 h 86"/>
              <a:gd name="T2" fmla="*/ 0 w 88"/>
              <a:gd name="T3" fmla="*/ 43 h 86"/>
              <a:gd name="T4" fmla="*/ 43 w 88"/>
              <a:gd name="T5" fmla="*/ 0 h 86"/>
              <a:gd name="T6" fmla="*/ 88 w 88"/>
              <a:gd name="T7" fmla="*/ 43 h 86"/>
              <a:gd name="T8" fmla="*/ 43 w 88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6">
                <a:moveTo>
                  <a:pt x="43" y="86"/>
                </a:moveTo>
                <a:lnTo>
                  <a:pt x="0" y="43"/>
                </a:lnTo>
                <a:lnTo>
                  <a:pt x="43" y="0"/>
                </a:lnTo>
                <a:lnTo>
                  <a:pt x="88" y="43"/>
                </a:lnTo>
                <a:lnTo>
                  <a:pt x="43" y="86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2" name="Freeform 12"/>
          <p:cNvSpPr/>
          <p:nvPr userDrawn="1"/>
        </p:nvSpPr>
        <p:spPr bwMode="auto">
          <a:xfrm>
            <a:off x="3834347" y="3369965"/>
            <a:ext cx="115356" cy="116713"/>
          </a:xfrm>
          <a:custGeom>
            <a:avLst/>
            <a:gdLst>
              <a:gd name="T0" fmla="*/ 42 w 85"/>
              <a:gd name="T1" fmla="*/ 86 h 86"/>
              <a:gd name="T2" fmla="*/ 0 w 85"/>
              <a:gd name="T3" fmla="*/ 43 h 86"/>
              <a:gd name="T4" fmla="*/ 42 w 85"/>
              <a:gd name="T5" fmla="*/ 0 h 86"/>
              <a:gd name="T6" fmla="*/ 85 w 85"/>
              <a:gd name="T7" fmla="*/ 43 h 86"/>
              <a:gd name="T8" fmla="*/ 42 w 85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" h="86">
                <a:moveTo>
                  <a:pt x="42" y="86"/>
                </a:moveTo>
                <a:lnTo>
                  <a:pt x="0" y="43"/>
                </a:lnTo>
                <a:lnTo>
                  <a:pt x="42" y="0"/>
                </a:lnTo>
                <a:lnTo>
                  <a:pt x="85" y="43"/>
                </a:lnTo>
                <a:lnTo>
                  <a:pt x="42" y="86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3" name="Freeform 13"/>
          <p:cNvSpPr/>
          <p:nvPr userDrawn="1"/>
        </p:nvSpPr>
        <p:spPr bwMode="auto">
          <a:xfrm>
            <a:off x="6034251" y="5573940"/>
            <a:ext cx="119427" cy="116713"/>
          </a:xfrm>
          <a:custGeom>
            <a:avLst/>
            <a:gdLst>
              <a:gd name="T0" fmla="*/ 45 w 88"/>
              <a:gd name="T1" fmla="*/ 86 h 86"/>
              <a:gd name="T2" fmla="*/ 0 w 88"/>
              <a:gd name="T3" fmla="*/ 43 h 86"/>
              <a:gd name="T4" fmla="*/ 45 w 88"/>
              <a:gd name="T5" fmla="*/ 0 h 86"/>
              <a:gd name="T6" fmla="*/ 88 w 88"/>
              <a:gd name="T7" fmla="*/ 43 h 86"/>
              <a:gd name="T8" fmla="*/ 45 w 88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6">
                <a:moveTo>
                  <a:pt x="45" y="86"/>
                </a:moveTo>
                <a:lnTo>
                  <a:pt x="0" y="43"/>
                </a:lnTo>
                <a:lnTo>
                  <a:pt x="45" y="0"/>
                </a:lnTo>
                <a:lnTo>
                  <a:pt x="88" y="43"/>
                </a:lnTo>
                <a:lnTo>
                  <a:pt x="45" y="86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9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4" name="Diamond 23"/>
          <p:cNvSpPr/>
          <p:nvPr userDrawn="1"/>
        </p:nvSpPr>
        <p:spPr>
          <a:xfrm>
            <a:off x="1390662" y="1072168"/>
            <a:ext cx="4712305" cy="4712305"/>
          </a:xfrm>
          <a:prstGeom prst="diamond">
            <a:avLst/>
          </a:prstGeom>
          <a:solidFill>
            <a:schemeClr val="bg2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185916" y="3172580"/>
            <a:ext cx="511754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185916" y="3498962"/>
            <a:ext cx="511754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65" b="0" baseline="0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7" name="Line 6"/>
          <p:cNvSpPr>
            <a:spLocks noChangeShapeType="1"/>
          </p:cNvSpPr>
          <p:nvPr userDrawn="1"/>
        </p:nvSpPr>
        <p:spPr bwMode="auto">
          <a:xfrm>
            <a:off x="4291196" y="1327489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8" name="Line 8"/>
          <p:cNvSpPr>
            <a:spLocks noChangeShapeType="1"/>
          </p:cNvSpPr>
          <p:nvPr userDrawn="1"/>
        </p:nvSpPr>
        <p:spPr bwMode="auto">
          <a:xfrm flipH="1">
            <a:off x="4291196" y="3588463"/>
            <a:ext cx="1940692" cy="1940691"/>
          </a:xfrm>
          <a:prstGeom prst="line">
            <a:avLst/>
          </a:pr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29" name="Freeform 10"/>
          <p:cNvSpPr/>
          <p:nvPr userDrawn="1"/>
        </p:nvSpPr>
        <p:spPr bwMode="auto">
          <a:xfrm>
            <a:off x="4069984" y="1167348"/>
            <a:ext cx="119427" cy="115356"/>
          </a:xfrm>
          <a:custGeom>
            <a:avLst/>
            <a:gdLst>
              <a:gd name="T0" fmla="*/ 45 w 88"/>
              <a:gd name="T1" fmla="*/ 85 h 85"/>
              <a:gd name="T2" fmla="*/ 0 w 88"/>
              <a:gd name="T3" fmla="*/ 42 h 85"/>
              <a:gd name="T4" fmla="*/ 45 w 88"/>
              <a:gd name="T5" fmla="*/ 0 h 85"/>
              <a:gd name="T6" fmla="*/ 88 w 88"/>
              <a:gd name="T7" fmla="*/ 42 h 85"/>
              <a:gd name="T8" fmla="*/ 45 w 88"/>
              <a:gd name="T9" fmla="*/ 85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5">
                <a:moveTo>
                  <a:pt x="45" y="85"/>
                </a:moveTo>
                <a:lnTo>
                  <a:pt x="0" y="42"/>
                </a:lnTo>
                <a:lnTo>
                  <a:pt x="45" y="0"/>
                </a:lnTo>
                <a:lnTo>
                  <a:pt x="88" y="42"/>
                </a:lnTo>
                <a:lnTo>
                  <a:pt x="45" y="85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30" name="Freeform 11"/>
          <p:cNvSpPr/>
          <p:nvPr userDrawn="1"/>
        </p:nvSpPr>
        <p:spPr bwMode="auto">
          <a:xfrm>
            <a:off x="6273959" y="3369965"/>
            <a:ext cx="119427" cy="116713"/>
          </a:xfrm>
          <a:custGeom>
            <a:avLst/>
            <a:gdLst>
              <a:gd name="T0" fmla="*/ 43 w 88"/>
              <a:gd name="T1" fmla="*/ 86 h 86"/>
              <a:gd name="T2" fmla="*/ 0 w 88"/>
              <a:gd name="T3" fmla="*/ 43 h 86"/>
              <a:gd name="T4" fmla="*/ 43 w 88"/>
              <a:gd name="T5" fmla="*/ 0 h 86"/>
              <a:gd name="T6" fmla="*/ 88 w 88"/>
              <a:gd name="T7" fmla="*/ 43 h 86"/>
              <a:gd name="T8" fmla="*/ 43 w 88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6">
                <a:moveTo>
                  <a:pt x="43" y="86"/>
                </a:moveTo>
                <a:lnTo>
                  <a:pt x="0" y="43"/>
                </a:lnTo>
                <a:lnTo>
                  <a:pt x="43" y="0"/>
                </a:lnTo>
                <a:lnTo>
                  <a:pt x="88" y="43"/>
                </a:lnTo>
                <a:lnTo>
                  <a:pt x="43" y="86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  <p:sp>
        <p:nvSpPr>
          <p:cNvPr id="31" name="Freeform 13"/>
          <p:cNvSpPr/>
          <p:nvPr userDrawn="1"/>
        </p:nvSpPr>
        <p:spPr bwMode="auto">
          <a:xfrm>
            <a:off x="4069984" y="5573940"/>
            <a:ext cx="119427" cy="116713"/>
          </a:xfrm>
          <a:custGeom>
            <a:avLst/>
            <a:gdLst>
              <a:gd name="T0" fmla="*/ 45 w 88"/>
              <a:gd name="T1" fmla="*/ 86 h 86"/>
              <a:gd name="T2" fmla="*/ 0 w 88"/>
              <a:gd name="T3" fmla="*/ 43 h 86"/>
              <a:gd name="T4" fmla="*/ 45 w 88"/>
              <a:gd name="T5" fmla="*/ 0 h 86"/>
              <a:gd name="T6" fmla="*/ 88 w 88"/>
              <a:gd name="T7" fmla="*/ 43 h 86"/>
              <a:gd name="T8" fmla="*/ 45 w 88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8" h="86">
                <a:moveTo>
                  <a:pt x="45" y="86"/>
                </a:moveTo>
                <a:lnTo>
                  <a:pt x="0" y="43"/>
                </a:lnTo>
                <a:lnTo>
                  <a:pt x="45" y="0"/>
                </a:lnTo>
                <a:lnTo>
                  <a:pt x="88" y="43"/>
                </a:lnTo>
                <a:lnTo>
                  <a:pt x="45" y="86"/>
                </a:lnTo>
                <a:close/>
              </a:path>
            </a:pathLst>
          </a:custGeom>
          <a:noFill/>
          <a:ln w="38100" cap="flat">
            <a:solidFill>
              <a:srgbClr val="A3743D"/>
            </a:solidFill>
            <a:prstDash val="solid"/>
            <a:miter lim="800000"/>
          </a:ln>
        </p:spPr>
        <p:txBody>
          <a:bodyPr vert="horz" wrap="square" lIns="60960" tIns="30480" rIns="60960" bIns="30480" numCol="1" anchor="t" anchorCtr="0" compatLnSpc="1"/>
          <a:lstStyle/>
          <a:p>
            <a:pPr rtl="0"/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animBg="1"/>
      <p:bldP spid="29" grpId="0" animBg="1"/>
      <p:bldP spid="30" grpId="0" animBg="1"/>
      <p:bldP spid="31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9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3880153" y="1263762"/>
            <a:ext cx="4489752" cy="4489752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 userDrawn="1"/>
        </p:nvSpPr>
        <p:spPr>
          <a:xfrm>
            <a:off x="4046876" y="1379877"/>
            <a:ext cx="4098249" cy="4098248"/>
          </a:xfrm>
          <a:prstGeom prst="ellipse">
            <a:avLst/>
          </a:prstGeom>
          <a:solidFill>
            <a:schemeClr val="bg2">
              <a:alpha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52926" y="6387934"/>
            <a:ext cx="39305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9F262C7D-8F92-4D98-81BD-112D1509EA3B}" type="slidenum">
              <a:rPr lang="en-GB" sz="1200" b="1" smtClean="0">
                <a:solidFill>
                  <a:schemeClr val="tx2"/>
                </a:solidFill>
              </a:rPr>
            </a:fld>
            <a:endParaRPr lang="en-GB" sz="1200" b="1" dirty="0">
              <a:solidFill>
                <a:schemeClr val="tx2"/>
              </a:solidFill>
            </a:endParaRP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3537230" y="3182256"/>
            <a:ext cx="5117542" cy="37698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135">
                <a:solidFill>
                  <a:schemeClr val="accent1"/>
                </a:solidFill>
                <a:latin typeface="Abril Fatface" panose="02000503000000020003" pitchFamily="50" charset="0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HEADER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3537230" y="3508638"/>
            <a:ext cx="5117542" cy="256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065" b="0" baseline="0">
                <a:solidFill>
                  <a:schemeClr val="accent1"/>
                </a:solidFill>
                <a:latin typeface="+mn-lt"/>
                <a:cs typeface="B Arabic Style" panose="00000400000000000000" pitchFamily="2" charset="-78"/>
              </a:defRPr>
            </a:lvl1pPr>
          </a:lstStyle>
          <a:p>
            <a:pPr lvl="0"/>
            <a:r>
              <a:rPr lang="en-GB" dirty="0"/>
              <a:t>YOUR SECOND HEADER</a:t>
            </a:r>
            <a:endParaRPr lang="en-GB" dirty="0"/>
          </a:p>
        </p:txBody>
      </p:sp>
      <p:sp>
        <p:nvSpPr>
          <p:cNvPr id="25" name="Oval 24"/>
          <p:cNvSpPr/>
          <p:nvPr userDrawn="1"/>
        </p:nvSpPr>
        <p:spPr>
          <a:xfrm>
            <a:off x="3955434" y="1288434"/>
            <a:ext cx="4281133" cy="4281132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FDEB1-703A-4836-B410-05BD5D90F4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00C8A-9315-4B99-9D07-EEF3D9F83C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39200" y="64459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8FDCA-5F31-45C2-9228-1965BA17AD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地上有许多星星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5"/>
            <a:ext cx="12192000" cy="685520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0" y="-1395"/>
            <a:ext cx="12192000" cy="685799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937960"/>
            <a:ext cx="12192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65" dirty="0">
                <a:solidFill>
                  <a:schemeClr val="bg1">
                    <a:lumMod val="65000"/>
                  </a:schemeClr>
                </a:solidFill>
                <a:latin typeface="思源黑体" panose="020B0500000000000000" charset="-122"/>
                <a:ea typeface="微软雅黑" panose="020B0503020204020204" pitchFamily="34" charset="-122"/>
              </a:rPr>
              <a:t>END-TO-END VOICE INTERACTION TECHNOLOGY-DEVICE END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思源黑体" panose="020B0500000000000000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47629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 CN Regular" panose="02010600030101010101" charset="-122"/>
              </a:rPr>
              <a:t>核心技术方向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 CN Regular" panose="02010600030101010101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 CN Regular" panose="02010600030101010101" charset="-122"/>
              </a:rPr>
              <a:t>：端到端人机交互技术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 descr="电子设备的屏幕&#10;&#10;AI 生成的内容可能不正确。"/>
          <p:cNvPicPr>
            <a:picLocks noChangeAspect="1"/>
          </p:cNvPicPr>
          <p:nvPr/>
        </p:nvPicPr>
        <p:blipFill>
          <a:blip r:embed="rId1"/>
          <a:srcRect l="15875" t="18358" r="15084" b="5908"/>
          <a:stretch>
            <a:fillRect/>
          </a:stretch>
        </p:blipFill>
        <p:spPr>
          <a:xfrm>
            <a:off x="0" y="0"/>
            <a:ext cx="12192000" cy="6864904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1CADE4">
                  <a:alpha val="74000"/>
                </a:srgbClr>
              </a:gs>
              <a:gs pos="0">
                <a:schemeClr val="accent2"/>
              </a:gs>
              <a:gs pos="100000">
                <a:schemeClr val="bg1">
                  <a:alpha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>
            <a:alphaModFix amt="84000"/>
          </a:blip>
          <a:stretch>
            <a:fillRect/>
          </a:stretch>
        </p:blipFill>
        <p:spPr>
          <a:xfrm>
            <a:off x="0" y="-6904"/>
            <a:ext cx="12192000" cy="685799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0" y="937960"/>
            <a:ext cx="12192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65" dirty="0">
                <a:solidFill>
                  <a:schemeClr val="bg1"/>
                </a:solidFill>
                <a:latin typeface="思源黑体" panose="020B0500000000000000" charset="-122"/>
                <a:ea typeface="微软雅黑" panose="020B0503020204020204" pitchFamily="34" charset="-122"/>
              </a:rPr>
              <a:t>END-TO-END VOICE INTERACTION TECHNOLOGY-DEVICE END</a:t>
            </a:r>
            <a:endParaRPr lang="zh-CN" altLang="en-US" sz="1100" dirty="0">
              <a:solidFill>
                <a:schemeClr val="bg1"/>
              </a:solidFill>
              <a:latin typeface="思源黑体" panose="020B0500000000000000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0" y="47629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端到端人机交互技术：阵列麦克风</a:t>
            </a:r>
            <a:endParaRPr lang="zh-CN" altLang="en-US" sz="2400" b="1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51168" y="5221701"/>
            <a:ext cx="3600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阵列麦克风：支持环形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6</a:t>
            </a:r>
            <a:r>
              <a:rPr lang="zh-CN" altLang="en-US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麦、线形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4</a:t>
            </a:r>
            <a:r>
              <a:rPr lang="zh-CN" altLang="en-US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麦、</a:t>
            </a:r>
            <a:r>
              <a:rPr lang="en-US" altLang="zh-CN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2</a:t>
            </a:r>
            <a:r>
              <a:rPr lang="zh-CN" altLang="en-US" sz="11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麦等多种阵型</a:t>
            </a:r>
            <a:endParaRPr lang="zh-CN" altLang="en-US" sz="1100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pic>
        <p:nvPicPr>
          <p:cNvPr id="28" name="图片 27" descr="图标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655" y="5826777"/>
            <a:ext cx="904034" cy="90403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660681" y="6124906"/>
            <a:ext cx="186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数万套出货量</a:t>
            </a:r>
            <a:endParaRPr lang="zh-CN" altLang="en-US" sz="1600" b="1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2871" y1="50146" x2="42871" y2="50146"/>
                        <a14:foregroundMark x1="77783" y1="65723" x2="77783" y2="65723"/>
                        <a14:foregroundMark x1="85205" y1="77051" x2="85205" y2="77051"/>
                        <a14:foregroundMark x1="55957" y1="72998" x2="55957" y2="72998"/>
                        <a14:foregroundMark x1="53906" y1="73584" x2="53906" y2="73584"/>
                        <a14:foregroundMark x1="51855" y1="74854" x2="51855" y2="74854"/>
                        <a14:foregroundMark x1="57178" y1="72168" x2="57178" y2="72168"/>
                        <a14:foregroundMark x1="69775" y1="56445" x2="69775" y2="56445"/>
                        <a14:backgroundMark x1="33447" y1="27832" x2="33447" y2="27832"/>
                        <a14:backgroundMark x1="45557" y1="23730" x2="45557" y2="23730"/>
                        <a14:backgroundMark x1="57031" y1="24023" x2="57031" y2="240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005" y="5765942"/>
            <a:ext cx="964869" cy="964869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481758" y="6124906"/>
            <a:ext cx="151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99.9%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良品率</a:t>
            </a:r>
            <a:endParaRPr lang="zh-CN" altLang="en-US" b="1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pic>
        <p:nvPicPr>
          <p:cNvPr id="41" name="图片 40" descr="图标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4514" y="5826777"/>
            <a:ext cx="904034" cy="904034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8806531" y="6124906"/>
            <a:ext cx="1867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复购率</a:t>
            </a: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95%</a:t>
            </a:r>
            <a:endParaRPr lang="zh-CN" altLang="en-US" sz="1600" b="1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0" y="937960"/>
            <a:ext cx="1219200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65" dirty="0">
                <a:solidFill>
                  <a:schemeClr val="bg1">
                    <a:lumMod val="65000"/>
                  </a:schemeClr>
                </a:solidFill>
                <a:latin typeface="思源黑体" panose="020B0500000000000000" charset="-122"/>
                <a:ea typeface="微软雅黑" panose="020B0503020204020204" pitchFamily="34" charset="-122"/>
              </a:rPr>
              <a:t>END-TO-END VOICE INTERACTION TECHNOLOGY-DEVICE END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思源黑体" panose="020B0500000000000000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47629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 CN Regular" panose="02010600030101010101" charset="-122"/>
              </a:rPr>
              <a:t>端到端人机交互技术：技术成果证明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454" y="1359416"/>
            <a:ext cx="3233465" cy="45326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28" y="1399625"/>
            <a:ext cx="3059604" cy="44068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377" y="1399625"/>
            <a:ext cx="3623695" cy="2226104"/>
          </a:xfrm>
          <a:prstGeom prst="rect">
            <a:avLst/>
          </a:prstGeom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8391606" y="4100755"/>
          <a:ext cx="32334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752"/>
                <a:gridCol w="1042416"/>
                <a:gridCol w="1254298"/>
              </a:tblGrid>
              <a:tr h="370840">
                <a:tc>
                  <a:txBody>
                    <a:bodyPr/>
                    <a:lstStyle/>
                    <a:p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聆构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R1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思源黑体" panose="020B0500000000000000" charset="-122"/>
                        </a:rPr>
                        <a:t>上市公司竞品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思源黑体" panose="020B0500000000000000" charset="-122"/>
                        </a:rPr>
                        <a:t>1m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安静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思源黑体" panose="020B0500000000000000" charset="-122"/>
                        </a:rPr>
                        <a:t>100%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±5°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思源黑体" panose="020B0500000000000000" charset="-122"/>
                        </a:rPr>
                        <a:t>95%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±10°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思源黑体" panose="020B0500000000000000" charset="-122"/>
                        </a:rPr>
                        <a:t>1m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低噪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99.66%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±5°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89.74%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±10°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思源黑体" panose="020B0500000000000000" charset="-122"/>
                        </a:rPr>
                        <a:t>1m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高噪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98.99%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±5°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85.81%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（</a:t>
                      </a:r>
                      <a:r>
                        <a:rPr lang="en-US" altLang="zh-CN" sz="1200" dirty="0">
                          <a:latin typeface="思源黑体" panose="020B0500000000000000" charset="-122"/>
                        </a:rPr>
                        <a:t>±10°</a:t>
                      </a:r>
                      <a:r>
                        <a:rPr lang="zh-CN" altLang="en-US" sz="1200" dirty="0">
                          <a:latin typeface="思源黑体" panose="020B0500000000000000" charset="-122"/>
                        </a:rPr>
                        <a:t>）</a:t>
                      </a:r>
                      <a:endParaRPr lang="zh-CN" altLang="en-US" sz="1200" dirty="0">
                        <a:latin typeface="思源黑体" panose="020B0500000000000000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8336742" y="5658430"/>
            <a:ext cx="34970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1" dirty="0">
                <a:latin typeface="思源黑体" panose="020B0500000000000000" charset="-122"/>
                <a:cs typeface="B Arabic Style" panose="00000400000000000000" pitchFamily="2" charset="-78"/>
              </a:rPr>
              <a:t>国家语音创新中心测试数据</a:t>
            </a:r>
            <a:endParaRPr lang="zh-CN" altLang="en-US" sz="1050" i="1" dirty="0"/>
          </a:p>
        </p:txBody>
      </p:sp>
      <p:sp>
        <p:nvSpPr>
          <p:cNvPr id="2" name="淘宝网Chenying0907出品 17"/>
          <p:cNvSpPr/>
          <p:nvPr/>
        </p:nvSpPr>
        <p:spPr bwMode="auto">
          <a:xfrm>
            <a:off x="0" y="6396335"/>
            <a:ext cx="12194778" cy="461665"/>
          </a:xfrm>
          <a:prstGeom prst="rect">
            <a:avLst/>
          </a:prstGeom>
          <a:solidFill>
            <a:srgbClr val="1CADE4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3718" tIns="61859" rIns="123718" bIns="61859" numCol="1" rtlCol="0" anchor="t" anchorCtr="0" compatLnSpc="1"/>
          <a:lstStyle/>
          <a:p>
            <a:pPr algn="ctr" defTabSz="123698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00" b="1" kern="0" dirty="0">
              <a:solidFill>
                <a:schemeClr val="bg1"/>
              </a:solidFill>
              <a:latin typeface="微软雅黑" panose="020B0503020204020204" pitchFamily="34" charset="-122"/>
              <a:ea typeface="思源黑体 CN Bold" panose="020B0800000000000000"/>
              <a:sym typeface="Gill Sans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3719" y="6457890"/>
            <a:ext cx="72395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23698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思源黑体 CN Bold" panose="020B0800000000000000"/>
                <a:sym typeface="Gill Sans" charset="0"/>
              </a:rPr>
              <a:t>国家语音创新中心检测结果：部分核心技术指标超越目前的头部上市公司</a:t>
            </a:r>
            <a:endParaRPr lang="en-US" altLang="zh-CN" sz="1600" b="1" kern="0" dirty="0">
              <a:solidFill>
                <a:schemeClr val="bg1"/>
              </a:solidFill>
              <a:latin typeface="微软雅黑" panose="020B0503020204020204" pitchFamily="34" charset="-122"/>
              <a:ea typeface="思源黑体 CN Bold" panose="020B0800000000000000"/>
              <a:sym typeface="Gill Sans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视觉slam建图,slam建图_文秘苑图库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29" t="12089" r="26032" b="2246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流程图: 手动输入 4"/>
          <p:cNvSpPr/>
          <p:nvPr/>
        </p:nvSpPr>
        <p:spPr>
          <a:xfrm rot="16200000" flipH="1">
            <a:off x="5386656" y="67997"/>
            <a:ext cx="6873337" cy="6737350"/>
          </a:xfrm>
          <a:prstGeom prst="flowChartManualInpu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流程图: 手动输入 3"/>
          <p:cNvSpPr/>
          <p:nvPr/>
        </p:nvSpPr>
        <p:spPr>
          <a:xfrm rot="16200000" flipV="1">
            <a:off x="-19055" y="19046"/>
            <a:ext cx="6858001" cy="6819903"/>
          </a:xfrm>
          <a:prstGeom prst="flowChartManualInput">
            <a:avLst/>
          </a:prstGeom>
          <a:solidFill>
            <a:srgbClr val="1A8EE7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游戏机, 控制, 游戏, 桌子&#10;&#10;AI 生成的内容可能不正确。"/>
          <p:cNvPicPr>
            <a:picLocks noChangeAspect="1"/>
          </p:cNvPicPr>
          <p:nvPr/>
        </p:nvPicPr>
        <p:blipFill>
          <a:blip r:embed="rId2"/>
          <a:srcRect l="8954" t="27044" r="50233" b="21169"/>
          <a:stretch>
            <a:fillRect/>
          </a:stretch>
        </p:blipFill>
        <p:spPr>
          <a:xfrm>
            <a:off x="3528058" y="2190990"/>
            <a:ext cx="4975860" cy="247601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-91445" y="1333085"/>
            <a:ext cx="43389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多模态降噪模组</a:t>
            </a:r>
            <a:endParaRPr lang="zh-CN" altLang="en-US" sz="2400" b="1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-91445" y="1794750"/>
            <a:ext cx="43389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思源黑体" panose="020B0500000000000000" charset="-122"/>
                <a:ea typeface="思源黑体 CN Regular" panose="02010600030101010101" charset="-122"/>
              </a:rPr>
              <a:t>MULTIMODAL NOISE REDUCTION</a:t>
            </a:r>
            <a:endParaRPr lang="en-US" altLang="zh-CN" sz="1200" dirty="0">
              <a:solidFill>
                <a:schemeClr val="bg1"/>
              </a:solidFill>
              <a:latin typeface="思源黑体" panose="020B0500000000000000" charset="-122"/>
              <a:ea typeface="思源黑体 CN Regular" panose="0201060003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61060" y="2522218"/>
            <a:ext cx="2560320" cy="1752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产品简介：</a:t>
            </a:r>
            <a:r>
              <a:rPr lang="zh-CN" altLang="en-US" sz="1200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该产品融合了摄像头和线形麦克风阵列，通过唇形和声音信息比对实现多模态降噪及</a:t>
            </a:r>
            <a:r>
              <a:rPr lang="en-US" altLang="zh-CN" sz="1200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VAD</a:t>
            </a:r>
            <a:r>
              <a:rPr lang="zh-CN" altLang="en-US" sz="1200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检测，内置了跟踪算法可根据发音人的动态位置实时调整增强波束方向，极大程度上解决了多人嘈杂场景下的人机交互问题。</a:t>
            </a:r>
            <a:endParaRPr lang="zh-CN" altLang="en-US" sz="1200" dirty="0">
              <a:solidFill>
                <a:schemeClr val="bg1"/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</p:txBody>
      </p:sp>
      <p:pic>
        <p:nvPicPr>
          <p:cNvPr id="15" name="图片 14" descr="图标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26" y="4488595"/>
            <a:ext cx="1002926" cy="100292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914400" y="5383921"/>
            <a:ext cx="765569" cy="31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机器人</a:t>
            </a:r>
            <a:endParaRPr lang="zh-CN" altLang="en-US" sz="1200" dirty="0">
              <a:solidFill>
                <a:schemeClr val="bg1"/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</p:txBody>
      </p:sp>
      <p:pic>
        <p:nvPicPr>
          <p:cNvPr id="18" name="图片 17" descr="文本, 图标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015" y="4453647"/>
            <a:ext cx="1086343" cy="1086343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2267544" y="5383921"/>
            <a:ext cx="855939" cy="312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商用显示</a:t>
            </a:r>
            <a:endParaRPr lang="zh-CN" altLang="en-US" sz="1200" dirty="0">
              <a:solidFill>
                <a:schemeClr val="bg1"/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10546080" y="2522218"/>
            <a:ext cx="1356360" cy="339330"/>
          </a:xfrm>
          <a:prstGeom prst="roundRect">
            <a:avLst/>
          </a:prstGeom>
          <a:solidFill>
            <a:srgbClr val="1A8EE7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思源黑体" panose="020B0500000000000000" charset="-122"/>
              </a:rPr>
              <a:t>创新优势</a:t>
            </a:r>
            <a:endParaRPr lang="zh-CN" altLang="en-US" sz="1400" dirty="0">
              <a:latin typeface="思源黑体" panose="020B0500000000000000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610596" y="3063167"/>
            <a:ext cx="3291844" cy="1517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LIP SHAPE DETECTION 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唇形检测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FACE TRACKING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  人脸追踪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MULTI-MODAL FUSION 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多模融合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  <a:p>
            <a:pPr algn="r">
              <a:lnSpc>
                <a:spcPct val="20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SOUND SOURCE LOCALIZATION 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思源黑体" panose="020B0500000000000000" charset="-122"/>
                <a:ea typeface="思源黑体 CN Bold" panose="020B0800000000000000"/>
                <a:cs typeface="B Arabic Style" panose="00000400000000000000" pitchFamily="2" charset="-78"/>
              </a:rPr>
              <a:t>声源定位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思源黑体" panose="020B0500000000000000" charset="-122"/>
              <a:ea typeface="思源黑体 CN Bold" panose="020B0800000000000000"/>
              <a:cs typeface="B Arabic Style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PRING_PRESENTATION_TITLE" val="PowerPoint Presentation"/>
</p:tagLst>
</file>

<file path=ppt/theme/theme1.xml><?xml version="1.0" encoding="utf-8"?>
<a:theme xmlns:a="http://schemas.openxmlformats.org/drawingml/2006/main" name="ANTI-GOLD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ANTI">
      <a:majorFont>
        <a:latin typeface="Abril Fatface"/>
        <a:ea typeface=""/>
        <a:cs typeface=""/>
      </a:majorFont>
      <a:minorFont>
        <a:latin typeface="Playfair Displ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ANTI-GOLD</Template>
  <TotalTime>0</TotalTime>
  <Words>616</Words>
  <Application>WPS 演示</Application>
  <PresentationFormat>宽屏</PresentationFormat>
  <Paragraphs>63</Paragraphs>
  <Slides>4</Slides>
  <Notes>22</Notes>
  <HiddenSlides>1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40" baseType="lpstr">
      <vt:lpstr>Arial</vt:lpstr>
      <vt:lpstr>宋体</vt:lpstr>
      <vt:lpstr>Wingdings</vt:lpstr>
      <vt:lpstr>Abril Fatface</vt:lpstr>
      <vt:lpstr>DejaVu Math TeX Gyre</vt:lpstr>
      <vt:lpstr>B Arabic Style</vt:lpstr>
      <vt:lpstr>Segoe Print</vt:lpstr>
      <vt:lpstr>思源黑体 CN Regular</vt:lpstr>
      <vt:lpstr>黑体</vt:lpstr>
      <vt:lpstr>思源黑体</vt:lpstr>
      <vt:lpstr>思源黑体 CN Regular</vt:lpstr>
      <vt:lpstr>思源黑体 CN Bold</vt:lpstr>
      <vt:lpstr>Noto Sans SC</vt:lpstr>
      <vt:lpstr>等线</vt:lpstr>
      <vt:lpstr>OPPOSans B</vt:lpstr>
      <vt:lpstr>OPPOSans R</vt:lpstr>
      <vt:lpstr>微软雅黑</vt:lpstr>
      <vt:lpstr>Facon</vt:lpstr>
      <vt:lpstr>Ebrima</vt:lpstr>
      <vt:lpstr>Gill Sans</vt:lpstr>
      <vt:lpstr>Playfair Display</vt:lpstr>
      <vt:lpstr>KSOF28C8607A</vt:lpstr>
      <vt:lpstr>KSOF4CF9F437</vt:lpstr>
      <vt:lpstr>Arial Unicode MS</vt:lpstr>
      <vt:lpstr>思源宋体 CN SemiBold</vt:lpstr>
      <vt:lpstr>苹方 常规</vt:lpstr>
      <vt:lpstr>思源黑体 CN Bold</vt:lpstr>
      <vt:lpstr>思源宋体 Heavy</vt:lpstr>
      <vt:lpstr>仿宋</vt:lpstr>
      <vt:lpstr>Microsoft YaHei Regular</vt:lpstr>
      <vt:lpstr>Wingdings</vt:lpstr>
      <vt:lpstr>KSOF4CFA6896</vt:lpstr>
      <vt:lpstr>KSOFD723FC5D</vt:lpstr>
      <vt:lpstr>KSOFD72470BC</vt:lpstr>
      <vt:lpstr>KSOF4CFADCF5</vt:lpstr>
      <vt:lpstr>ANTI-GOLD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Fitra</dc:creator>
  <cp:lastModifiedBy>TVJEUkVBTQ==</cp:lastModifiedBy>
  <cp:revision>506</cp:revision>
  <dcterms:created xsi:type="dcterms:W3CDTF">2015-05-10T05:52:00Z</dcterms:created>
  <dcterms:modified xsi:type="dcterms:W3CDTF">2026-06-22T06:24:43Z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900AFCC51F2D4991865717AEFE11FDD2_13</vt:lpwstr>
  </property>
</Properties>
</file>